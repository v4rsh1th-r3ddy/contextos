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144000" cy="4114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ContextOS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38CF0"/>
                </a:solidFill>
              </a:defRPr>
            </a:pPr>
            <a:r>
              <a:t>Proactive Phone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Samsung PRISM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8CF0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Your phone is reactive — it waits for you to act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Manually turning on DND before meetings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Typing addresses into Google Maps every time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Composing 'running late' texts from scratch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Forgetting to charge before long meetings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150+ phone unlocks/day × tiny cognitive loads = wasted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8CF0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ContextOS runs as an always-on background agent on your phone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Observes → Understands → Decides → Acts → Learns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All processing on-device — zero data leaves your phone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System notifications are the primary interaction surface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No app needed once configured — fully autonomous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8CF0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97280" cy="50292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Foreground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15-min agent loop, START_STICKY auto-restart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1097280" cy="50292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148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Sensor 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488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Battery, location, calendar, time, app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1097280" cy="50292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Situation Modeler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Builds context: meeting? commuting? free?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1097280" cy="50292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Skill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20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4 skills: DND, Battery, Navigation, Messages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97280" cy="50292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206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Action Dispatcher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062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Routes results → DB log + system notification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92040"/>
            <a:ext cx="1097280" cy="50292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892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Notification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920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5 notification types with action buttons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77840"/>
            <a:ext cx="1097280" cy="50292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577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Fallback 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5778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AlarmManager + WorkManager + BootReceiver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8CF0"/>
                </a:solidFill>
              </a:defRPr>
            </a:pPr>
            <a:r>
              <a:t>The Agent Cycle (Every 15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640080" cy="54864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Collect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Battery, GPS, calendar events, app usage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640080" cy="54864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13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Build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SituationModel with current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17520"/>
            <a:ext cx="640080" cy="54864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Evaluate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63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Each skill checks shouldTrigger()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94760"/>
            <a:ext cx="640080" cy="54864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67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Execute / 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Auto-approve or send notification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640080" cy="54864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72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Log Everything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617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ActionLogEntity written to Room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49240"/>
            <a:ext cx="640080" cy="548640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22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349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Heartbeat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ServiceHealthMonitor records uptime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8CF0"/>
                </a:solidFill>
              </a:defRPr>
            </a:pPr>
            <a:r>
              <a:t>Skills Implemented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114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73152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Battery Warner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Detects low battery + long meeting</a:t>
            </a:r>
            <a:br/>
            <a:r>
              <a:t>Shows notification with warning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63040"/>
            <a:ext cx="2560320" cy="4114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560320" cy="73152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Message Drafter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Detects user will be late to meeting</a:t>
            </a:r>
            <a:br/>
            <a:r>
              <a:t>Drafts context-aware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560320" cy="4114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560320" cy="73152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Navigation Launcher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Detects upcoming in-person meeting</a:t>
            </a:r>
            <a:br/>
            <a:r>
              <a:t>Offers to launch Google Maps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63040"/>
            <a:ext cx="2560320" cy="4114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560320" cy="73152"/>
          </a:xfrm>
          <a:prstGeom prst="roundRect">
            <a:avLst/>
          </a:prstGeom>
          <a:solidFill>
            <a:srgbClr val="63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DND Setter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Detects meeting with 2+ attendees</a:t>
            </a:r>
            <a:br/>
            <a:r>
              <a:t>Auto-silences phone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8CF0"/>
                </a:solidFill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Kotlin 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Primary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Jetpack Compose + Material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UI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Dependency injection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Room (SQLite)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On-device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Foreground Service + WorkManager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Background 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OpenClaw / Groq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663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LLM for message drafting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Google APIs (Calendar, Gmail, Drive)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63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Data sync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AlarmManager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663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Exact wakeup in Doze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8CF0"/>
                </a:solidFill>
              </a:defRPr>
            </a:pPr>
            <a:r>
              <a:t>Key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Agent cycle interval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12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Max cycle duration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Active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Battery overhead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Service uptime goal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Notification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Minimum Android SDK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749040"/>
            <a:ext cx="2560320" cy="1828800"/>
          </a:xfrm>
          <a:prstGeom prst="roundRect">
            <a:avLst/>
          </a:prstGeom>
          <a:solidFill>
            <a:srgbClr val="1A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8CF0"/>
                </a:solidFill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Data leaves device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8CF0"/>
                </a:solidFill>
              </a:defRPr>
            </a:pPr>
            <a:r>
              <a:t>Demo: The Busy Professional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9:50 AM — Meeting 'Client Review' in 10 minutes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Agent wakes, checks calendar, battery, location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DND Setter triggers → phone silenced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Battery at 17%, meeting 2hrs → Battery Warner fires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System notification appears with warning message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User taps 'Dismiss' → logged in action history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</a:defRPr>
            </a:pPr>
            <a:r>
              <a:t>  All without opening the app once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38CF0"/>
                </a:solidFill>
              </a:defRPr>
            </a:pPr>
            <a:r>
              <a:t>ContextOS — Your phone acts before you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Samsung PRISM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